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F7A43-422E-19BC-154C-81E6FD632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AC880-108C-CB5A-34CB-0E81247DA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72D2E-A47E-416E-468E-D4230ADA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35FFD-B466-DA98-121E-23525DD8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EEC97-D6FD-4213-F3C1-00D421EF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0229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218DF-1826-178F-18E7-CC8B668E4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67095-BD6B-522F-46A6-0FA9949F2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82D64-3FAB-AF7C-6FA6-812E2FF7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1FC7C-D70F-1450-039C-EF48685D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712D-0520-B125-8BFD-E8F1951A2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0546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B172-7918-8DE3-5268-7341F0A2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3051A-2565-3812-3478-BC3398287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39F6F-A602-4FD1-DF09-48580356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1548-14FD-D7F2-8437-2D1776EF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E7322-9414-6F77-89D7-3DF52B64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0109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F542-4A63-B762-9EFA-E2CACB71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711A0-070F-6F1D-26C3-CF7AC60AF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10B4BB-F32A-8FF9-464A-F6A3AD0C8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3B38A-FE0A-5D50-8882-2A978392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54B9B-DD56-25AA-90C8-81CB11C62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CD06E-B8C6-F969-8430-A5E53B48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7424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99B2-785D-0CB3-5BA6-57ECD017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D69EC-2760-FE6C-2312-0D849D7E6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BC020-61B5-04E3-C692-EB913A04E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EDBDF-F6B7-BC2E-C334-CD00F2F10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BD6FF-838C-4D6D-47E8-CE29A732A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696C0-529A-2E4D-4B53-A1CD4F0D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D1064-270E-5ECF-975B-60E5CBB03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FF665-AF97-5969-5374-59233BB9C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21414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ED4D-A31F-0B63-8DEC-B1969B30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9A91D-BBAD-7F13-3ACE-DC43029E2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4F824-6659-5B3E-40D7-29DE12A5D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E9340-12F2-9A30-65A9-39CBF129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22776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99116-B030-218D-C806-5BAE267D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210869-88B8-17C4-CB4F-F690AA1C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26FE0-8600-9CB1-0664-8D2C6853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8373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E055-D58B-4571-937D-17CC1A9D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F6F8-9E03-C3E3-5A24-EE42ECBAB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5CF75-8304-FBC7-CBA5-3EBC47322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B5520-2E9E-21C3-89B0-C11916AF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77F95-7ADB-C3C5-FAEC-869B31A5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FA271-DC49-C2E2-AF59-8E436F62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1711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26E-EAFB-F730-597B-6784BBD4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2E6AA-3E17-06DF-0DC6-4DEFE2D43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E8801-284E-2524-B671-520AE69DD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72CC9-3B9B-1ACF-11CE-1327E47B3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FA4E1-8D17-7E17-8E06-1C9775450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A827E-2931-DB07-D72A-07F8A2F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0683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7E8D-8461-59FC-9FDC-ABC9F60C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DEA12-3DDA-3CDA-C488-5C5DD7F8A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E19D2-5426-12E8-4725-26BF3B534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6AFA5-C766-0F23-EBBD-EDAC62E7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8EEF5-47E8-0FC6-4477-AEF4EF7F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0845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15045-9D33-F818-A98A-362A9FAE9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FE069-04AD-69F9-0F1D-E15DD8781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1BF9D-B86E-A5D0-6045-EF73407EA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EEF47-11A2-908E-99ED-EDDA3BC1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FF31-66D5-21FF-4732-1F152414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8804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8F65A-5B1E-D4EA-9DAD-E5BAA21ED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19C72-751A-2C49-6305-18AEF427E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F8E44-E051-12E1-A9C0-843399366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E86C4-9B96-4CEC-9E6D-90BCC66B0A2C}" type="datetimeFigureOut">
              <a:rPr lang="en-SE" smtClean="0"/>
              <a:t>2024-10-02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E7879-103F-D9E7-6961-F57547B06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4602-5813-D99D-89A5-A32B54254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6533D-37CE-4268-81CC-940A834AE00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44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907A-7D95-1486-2A81-378CE324A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a test Presentation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59A77-B321-AEBD-3DF7-A81C324D2D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 test stuff!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235296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This is a test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Parnéus</dc:creator>
  <cp:lastModifiedBy>Adrian Parnéus</cp:lastModifiedBy>
  <cp:revision>2</cp:revision>
  <dcterms:created xsi:type="dcterms:W3CDTF">2024-08-01T09:41:55Z</dcterms:created>
  <dcterms:modified xsi:type="dcterms:W3CDTF">2024-10-02T08:04:08Z</dcterms:modified>
</cp:coreProperties>
</file>